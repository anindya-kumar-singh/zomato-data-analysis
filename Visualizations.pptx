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51" d="100"/>
          <a:sy n="51" d="100"/>
        </p:scale>
        <p:origin x="869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44F09-F910-26CD-E20D-F214EEE9A9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F3506-8CBE-A1C5-E6ED-5FB8AE91B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B0868-CBFA-C64D-BBD4-6A08F4517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62338-973D-743B-2067-59D2276C2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919D5-D16C-A622-6F29-D0335FFE5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912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3EEFF-3B99-08B8-C150-065280C9E1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44D69D-B450-5E38-67BB-1B8C541D0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9BC1FE-690C-06DC-BE3A-CA157CBAC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EC250-8202-4BF0-063F-5F9A62510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FFBDD-A950-1F2B-DA71-D59AA9EA2A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475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091F5-83B7-8219-9E7D-40E2E840D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32D936-A21C-1F75-3871-6B36250A5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4F0A2D-6A38-E94B-1A61-E0DF25CAC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A0BA-8360-203E-FB2E-8F91A031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A5988-C6C3-2BDD-231E-04D7261F7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33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0F422-E474-4A00-A0B4-FCD9A8B68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70BED-D432-F421-6E9F-ADC8EA081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962D0B-E80B-CD4E-F3E5-AC59EA448F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DA201-683E-27DE-F0F8-0647CAB9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5517BE-F131-A9F3-05EC-5DC5939E1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814880-49E4-0BA6-1E6F-6E8A7CCB7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338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05A8F-0DBA-697A-5329-040EB5D95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7FCE7C-D5C4-21F1-FBBB-E0D45F1DA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FF6080-5C61-BC4F-4FB9-28D985CAA6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ABF3C4-08B8-BBA8-16BF-6749447245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C036EB-A3DF-3926-4177-245C341699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5EF20A-BBE4-6EDD-2B9B-56F11346D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3BC185-1D8D-4C00-A953-B5A6EF2C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30550B-47C1-D92B-B93B-45883A809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641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30F02-1CC4-CB90-E6AC-7ADAC4C34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8E4EA-C6D4-F157-5224-0D93AEDFBE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6ED402-5579-3264-1041-AB0C77EB4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7283C-ACBD-9975-7BE4-700BF406DB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2541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AC5F9D-9870-1A8C-2A7F-F334E5B27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0AFE6E-7A4A-CA5F-5322-07A68BFCB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CD4C5-BC99-3C74-F4A4-79E39894E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61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7365-D221-8EB8-47ED-7631706D1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36101-2C3B-860F-F656-D90DCCC84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E19CC9-EAE4-F1BB-F4B3-6E67B81462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285AE7-AC75-B463-028A-19B313249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DCABB-9518-5324-071E-73A0F87E1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0E4590-7B86-94F4-D0AF-D3CA7F57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58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6FBF3-99B6-7B8D-F598-78387790D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7872CC-0BAF-BFFC-087E-F7A7E64FB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87518-CAF9-F87F-8936-61D22C6537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2347A-4502-D0B5-E704-BD1A96C2D8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CB772-A00A-576B-1227-B62878FF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9C930-9376-E352-9261-0B9C2F5FB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9901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9C8E-1F5C-2AE9-CE2D-51463AD4C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8B5844-2D52-E5F1-BB68-19EEDA75C4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0A3413-0EFB-708A-8F43-D5E275F89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8DA59-AF80-B9F5-498D-8E1CA8D26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F612EB-14D6-7A4B-A672-12A2DAC4F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616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9C55E-5D8C-A677-D823-5003528666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7FF1D-762A-6626-19F6-9747CD600D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3BDF1-DE15-F14A-4ED8-6FE68D8A0C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11FB2-694C-AEBB-758E-C6D48B4A8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61B4D-2723-A42C-0FF3-F297F5ED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2025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72E27-718C-A5EF-98ED-09A81E664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E6A274-FF1B-E86F-A3DF-512A09EFF4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376CD-FE2A-57CD-1062-24E6A5AFEC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E6C35D-F146-4E33-9B83-3028714ABF1D}" type="datetimeFigureOut">
              <a:rPr lang="en-US" smtClean="0"/>
              <a:t>12/31/2025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485B7-2071-1E51-7F2D-F614CF00DF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FCA163-94D8-4919-3358-5CE148ED0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715C42-7244-444C-973F-23B8035A99C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454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555C5B3-193A-4749-9AFD-682E53CDD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AE06A6-F76A-41C9-827A-C561B0044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3"/>
            <a:ext cx="12192000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9F9D4E8-0639-444B-949B-951858506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80861" y="0"/>
            <a:ext cx="7661934" cy="6858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45000"/>
                </a:schemeClr>
              </a:gs>
              <a:gs pos="100000">
                <a:srgbClr val="000000">
                  <a:alpha val="29000"/>
                </a:srgb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E3DA7A2-ED70-4BBA-AB72-00AD461FA4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80862" y="-6"/>
            <a:ext cx="11711138" cy="6410334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rgbClr val="000000">
                  <a:alpha val="41000"/>
                </a:srgb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4A0DC5-DD55-9C7D-1C8A-EBCA59CDE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7208" y="857251"/>
            <a:ext cx="4747280" cy="3098061"/>
          </a:xfrm>
        </p:spPr>
        <p:txBody>
          <a:bodyPr anchor="b">
            <a:normAutofit/>
          </a:bodyPr>
          <a:lstStyle/>
          <a:p>
            <a:pPr algn="l"/>
            <a:r>
              <a:rPr lang="en-US" sz="4000" i="1" u="sng" dirty="0">
                <a:solidFill>
                  <a:srgbClr val="FFFFFF"/>
                </a:solidFill>
              </a:rPr>
              <a:t>Approx Cost (for two people)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C485432-3647-4218-B5D3-15D3FA222B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44797" y="-489206"/>
            <a:ext cx="2502408" cy="12191998"/>
          </a:xfrm>
          <a:prstGeom prst="rect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8000">
                <a:schemeClr val="accent1">
                  <a:lumMod val="50000"/>
                  <a:alpha val="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ED82A5-BF48-6D87-9D1A-B6C6837106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7208" y="4756265"/>
            <a:ext cx="4393278" cy="1244483"/>
          </a:xfrm>
        </p:spPr>
        <p:txBody>
          <a:bodyPr anchor="t">
            <a:normAutofit fontScale="92500"/>
          </a:bodyPr>
          <a:lstStyle/>
          <a:p>
            <a:pPr algn="l"/>
            <a:r>
              <a:rPr lang="en-US" b="1" i="1" dirty="0">
                <a:solidFill>
                  <a:srgbClr val="FFFFFF"/>
                </a:solidFill>
              </a:rPr>
              <a:t>The majority of couples prefer restaurants with an approximate cost of 300 rupees.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4AFDDCA-6ABA-4D23-8A5C-1BF0F43081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90589" y="1062544"/>
            <a:ext cx="4756162" cy="475616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B16624-70CD-C814-5094-1D27E3681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9804" y="2108877"/>
            <a:ext cx="3458674" cy="2654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1463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AF5748-FED8-45BA-8631-26D1D10F32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721CCA-1EEC-9006-BE8C-CC0DF4017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b="1" i="1" u="sng" dirty="0">
                <a:latin typeface="Abadi ExtraLight" panose="020F0502020204030204" pitchFamily="34" charset="0"/>
                <a:cs typeface="Aldhabi" panose="020F0502020204030204" pitchFamily="2" charset="-78"/>
              </a:rPr>
              <a:t>Dining restaurants get majority votes by customers</a:t>
            </a:r>
            <a:endParaRPr lang="en-US" sz="4800" b="1" i="1" u="sng" kern="1200" dirty="0">
              <a:solidFill>
                <a:schemeClr val="tx1"/>
              </a:solidFill>
              <a:latin typeface="Abadi ExtraLight" panose="020F0502020204030204" pitchFamily="34" charset="0"/>
              <a:cs typeface="Aldhabi" panose="020F0502020204030204" pitchFamily="2" charset="-78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67BF28E-94B0-5E3B-24E1-0CAF395E5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4608" y="302068"/>
            <a:ext cx="7069889" cy="6086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9513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FEE9CF-A226-9CA8-5564-089B91B18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b="1" i="1" u="sng" kern="1200">
                <a:solidFill>
                  <a:srgbClr val="FFFFFF"/>
                </a:solidFill>
                <a:latin typeface="Abadi ExtraLight" panose="020B0204020104020204" pitchFamily="34" charset="0"/>
              </a:rPr>
              <a:t>Average rating for</a:t>
            </a:r>
            <a:br>
              <a:rPr lang="en-US" sz="3600" b="1" i="1" u="sng" kern="1200">
                <a:solidFill>
                  <a:srgbClr val="FFFFFF"/>
                </a:solidFill>
                <a:latin typeface="Abadi ExtraLight" panose="020B0204020104020204" pitchFamily="34" charset="0"/>
              </a:rPr>
            </a:br>
            <a:r>
              <a:rPr lang="en-US" sz="3600" b="1" i="1" u="sng" kern="1200">
                <a:solidFill>
                  <a:srgbClr val="FFFFFF"/>
                </a:solidFill>
                <a:latin typeface="Abadi ExtraLight" panose="020B0204020104020204" pitchFamily="34" charset="0"/>
              </a:rPr>
              <a:t>restaurants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F2E20A-B977-1A30-D129-88949B1F4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316" y="724030"/>
            <a:ext cx="6780700" cy="540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577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D5D19D-0789-4518-B5DC-D47ADF69D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38F000-2F9A-F301-8091-934C28E25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582" y="1805738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Recommendation based</a:t>
            </a:r>
            <a:b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</a:br>
            <a:b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  <a:t> on rating for online order</a:t>
            </a:r>
            <a:br>
              <a:rPr lang="en-US" sz="2800" b="1" u="sng" dirty="0">
                <a:solidFill>
                  <a:schemeClr val="accent1">
                    <a:lumMod val="75000"/>
                  </a:schemeClr>
                </a:solidFill>
              </a:rPr>
            </a:br>
            <a:endParaRPr lang="en-US" sz="2800" b="1" u="sng" dirty="0">
              <a:solidFill>
                <a:schemeClr val="accent1">
                  <a:lumMod val="75000"/>
                </a:schemeClr>
              </a:solidFill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15431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365D97-7664-D106-6E0B-DA759903A9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80" r="2" b="2"/>
          <a:stretch>
            <a:fillRect/>
          </a:stretch>
        </p:blipFill>
        <p:spPr>
          <a:xfrm>
            <a:off x="5922492" y="666728"/>
            <a:ext cx="553600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76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E9CED3-8C89-E873-CDED-EEEFEDE0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1844566"/>
            <a:ext cx="2880828" cy="260131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 b="1" i="1" u="sng" kern="1200" dirty="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+mj-cs"/>
              </a:rPr>
              <a:t>Ty</a:t>
            </a:r>
            <a:r>
              <a:rPr lang="en-US" sz="3200" b="1" i="1" u="sng" dirty="0">
                <a:solidFill>
                  <a:schemeClr val="bg1">
                    <a:lumMod val="95000"/>
                  </a:schemeClr>
                </a:solidFill>
              </a:rPr>
              <a:t>pe of  restaurants</a:t>
            </a:r>
            <a:br>
              <a:rPr lang="en-US" sz="3200" b="1" i="1" u="sng" dirty="0">
                <a:solidFill>
                  <a:schemeClr val="bg1">
                    <a:lumMod val="95000"/>
                  </a:schemeClr>
                </a:solidFill>
              </a:rPr>
            </a:br>
            <a:r>
              <a:rPr lang="en-US" sz="3200" b="1" i="1" u="sng" dirty="0">
                <a:solidFill>
                  <a:schemeClr val="bg1">
                    <a:lumMod val="95000"/>
                  </a:schemeClr>
                </a:solidFill>
              </a:rPr>
              <a:t> recommended  for online order</a:t>
            </a:r>
            <a:endParaRPr lang="en-US" sz="3200" b="1" i="1" u="sng" kern="1200" dirty="0">
              <a:solidFill>
                <a:schemeClr val="bg1">
                  <a:lumMod val="9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38F2042-9049-3B6E-4FC2-073C519775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219" y="467208"/>
            <a:ext cx="6928166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653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54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Abadi ExtraLight</vt:lpstr>
      <vt:lpstr>Aptos</vt:lpstr>
      <vt:lpstr>Aptos Display</vt:lpstr>
      <vt:lpstr>Arial</vt:lpstr>
      <vt:lpstr>Calibri</vt:lpstr>
      <vt:lpstr>Office Theme</vt:lpstr>
      <vt:lpstr>Approx Cost (for two people)</vt:lpstr>
      <vt:lpstr>Dining restaurants get majority votes by customers</vt:lpstr>
      <vt:lpstr>Average rating for restaurants </vt:lpstr>
      <vt:lpstr>Recommendation based    on rating for online order </vt:lpstr>
      <vt:lpstr>Type of  restaurants  recommended  for online order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Anindya Singh</dc:creator>
  <cp:lastModifiedBy>Anindya Singh</cp:lastModifiedBy>
  <cp:revision>8</cp:revision>
  <dcterms:created xsi:type="dcterms:W3CDTF">2025-12-31T09:11:25Z</dcterms:created>
  <dcterms:modified xsi:type="dcterms:W3CDTF">2025-12-31T09:41:32Z</dcterms:modified>
</cp:coreProperties>
</file>